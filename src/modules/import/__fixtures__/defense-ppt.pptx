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Ghi chú slide 1 - Mở đầu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Tiêu đề Slide 1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Ý 1 cấp 0</a:t>
            </a:r>
            <a:endParaRPr lang="en-US" dirty="0"/>
          </a:p>
          <a:p>
            <a:pPr lvl="1" marL="6858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Ý 1.1 cấp 1</a:t>
            </a:r>
            <a:endParaRPr lang="en-US" dirty="0"/>
          </a:p>
          <a:p>
            <a:pPr lvl="2" marL="10287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Ý 1.1.1 cấp 2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2026-07-10T01:14:19Z</dcterms:created>
  <dcterms:modified xsi:type="dcterms:W3CDTF">2026-07-10T01:14:19Z</dcterms:modified>
</cp:coreProperties>
</file>